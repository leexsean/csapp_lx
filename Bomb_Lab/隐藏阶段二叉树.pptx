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54" d="100"/>
          <a:sy n="54" d="100"/>
        </p:scale>
        <p:origin x="9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14:05:52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760 598 24575,'0'-2'0,"0"1"0,-1-1 0,1 1 0,-1 0 0,1-1 0,-1 1 0,0 0 0,1-1 0,-1 1 0,0 0 0,0 0 0,0 0 0,0 0 0,0 0 0,0 0 0,0 0 0,0 0 0,-1 0 0,1 0 0,0 1 0,0-1 0,-1 0 0,1 1 0,-1-1 0,1 1 0,-3-1 0,-43-8 0,43 9 0,-16-3 0,0 1 0,-1 2 0,1 0 0,-23 3 0,32-1 0,0 0 0,-1 1 0,1 0 0,0 1 0,0 1 0,1-1 0,-1 1 0,-16 12 0,-15 16 0,1 2 0,2 1 0,1 2 0,2 2 0,-41 59 0,56-70 0,1 1 0,1 1 0,2 1 0,1 0 0,2 1 0,1 1 0,1 0 0,2 1 0,2 0 0,1 0 0,2 1 0,1 0 0,1 41 0,10 422 0,-7-464 0,2 0 0,2 0 0,1-1 0,2 1 0,1-1 0,2-1 0,1 1 0,1-2 0,2 0 0,2 0 0,0-1 0,2-1 0,30 38 0,13 3 0,2-2 0,4-4 0,107 84 0,-149-132 0,1 0 0,0-1 0,1-1 0,0-2 0,1-1 0,45 13 0,-28-13 0,0-3 0,1-1 0,75 1 0,-78-7 0,0-2 0,0-2 0,0-2 0,63-14 0,-85 13 0,-1-2 0,1 0 0,-1-1 0,-1 0 0,0-2 0,0-1 0,-1 0 0,0-1 0,-1-1 0,0 0 0,16-19 0,24-27 0,-2-3 0,-4-2 0,-2-3 0,44-78 0,-17-3 0,92-247 0,-125 270 0,-6-2 0,31-197 0,-54 219 0,-5 0 0,-8-188 0,-3 264 0,-2 1 0,-2 0 0,0 1 0,-2-1 0,0 2 0,-2-1 0,-1 1 0,-2 0 0,0 1 0,-1 1 0,-2 0 0,-35-42 0,39 54 0,0 1 0,-1 0 0,0 1 0,0 0 0,-24-13 0,-81-33 0,83 40 0,-58-26 0,-1 5 0,-1 4 0,-139-29 0,203 56 0,-1 2 0,0 1 0,-1 1 0,1 2 0,0 2 0,0 0 0,0 3 0,0 0 0,1 2 0,-1 1 0,2 2 0,-1 1 0,-33 17 0,7 2 0,1 2 0,1 3 0,2 2 0,2 2 0,-47 46 0,75-63 0,1 1 0,1 0 0,2 2 0,0 0 0,2 1 0,1 1 0,0 1 0,3 0 0,0 1 0,-10 33 0,18-35-212,1 0-1,1 1 1,1-1 0,3 38-1,-1-58-90,1 27-6523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B46D-BA11-818B-8509-61853EA71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F37360-06E3-9F1F-B603-0456BBE54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59986D-8A16-4ADB-E50A-09EC67D7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5EC2C8-7BC1-7757-7318-95951EFB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DC2A6-512A-3627-69E2-B8B4F9794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37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D26691-C603-5156-A732-0EEA1296A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26D33-5C36-7ED7-8D1D-1018595D8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3A9957-00C4-4C20-0676-5E225DD08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E9620B-A99A-A5DF-6726-77B9A7E1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BD857-B428-90F9-0182-05A14528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8747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85C20-7E87-76A7-DBEB-65B264C68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72590F-6272-188C-0F4F-F5DC836FD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C66777-DBA0-11F7-49DA-D446A44E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FDD4B2-AF61-4ACC-BCAB-0F1CB6D3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BDA73-715D-6427-32E6-C92DCCC9E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78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97301-F2C2-ACF9-2B68-4EE54B4BF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A9E73B-5C02-DD8B-171C-805C318D9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6F3A1F-9A18-D1BD-AF55-17A1EB745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D23188-1F00-3B5C-EF60-83DA2103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A30FCF-02D6-BAC7-B53B-70DE2381F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CD0D74-92DE-33DD-A37C-A044FB2F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675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81E44-352E-6B64-B0B8-A7753D7BE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7156C-2BA0-7F74-C9A5-8DDCB6605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55C5DF-6AFD-EB3E-21D7-3331FB912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620FD7-4083-25C9-2155-D7AAB0AC84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F38B58-A98E-F183-8739-84B9F6B18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3DE350-1B1C-A7C6-CF3C-2442ED08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4CE411-7FB1-0CBD-21B6-8C3E69B7B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A491E0-62BE-8B0C-F1DE-B1ED8EEF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8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2007E6-3B40-731A-84F0-E8CF851B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684226-F9C3-24AB-6E4D-B5EBBCE80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2F8228-AEFB-80AE-3EC5-435BF501F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009C0D-0949-C7D5-57A6-02FA07F17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126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96E44B7-6E50-7C47-D956-3D86B6AB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2F3F0C-7EC4-68DA-92B9-05FDAED2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FF51D6-7D79-F539-7152-A3986E3A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04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F44E0-D72C-50FC-20CF-31D819C0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0DBFF-E5E1-1E06-AF38-334892109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09C5C3-ABAB-4F85-55CB-66FDEA890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A7620B-E08A-DE71-FF00-7612FA84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1E1AFC-59EA-A544-27BA-9C4F3E35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9570F3-8B65-C8EA-09FD-3C161DA8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44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A3CAB-AB76-FF81-F708-3DA293D8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44C388-C0EA-F4D3-1A19-F89965D71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8A0657-F139-1285-2663-249098F1C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4A0471-6776-F66A-44A0-46BFD40A6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9BA419-AF2B-14C4-A39F-9997E34C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18A52B-10E2-0793-F513-FAF50F05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34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2D4CF-9FEE-7916-14BD-E2769EA81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3BD446-2ED2-8E88-313D-67D0CE3F9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0271AE-A85D-9AEE-5138-ED72465F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3BD1A-7468-29A1-751B-65248152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D747DB-CA75-26C0-230A-8C36BD13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28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2BBFA7D-4256-675B-703B-6329B17AA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CA065A-7023-51E3-8AD8-5A747E962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E499A-75C5-8EA2-43EF-5A0B19F8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1B282-A2C5-B89C-70F7-C7651B7A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22263B-8107-EAEA-A28C-B3DC1BB61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72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EA5EEA-C648-1200-1C06-40AF2BE43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1C15D6-5CC3-EDCB-E82C-0EF7CED8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4D60D-154A-6980-9CC6-8C1A376BEF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B891A-A101-4D20-BCA6-17E7F5AE71AE}" type="datetimeFigureOut">
              <a:rPr lang="zh-CN" altLang="en-US" smtClean="0"/>
              <a:t>2026/1/20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E67086-205E-18AD-EC42-92D816F33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DD181B-47FF-BA4A-B3EA-8E936C4D7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162DC-7E62-4E0B-9F18-20428F3ECB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2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918BCC5-386C-11AA-313E-CB6A443247BD}"/>
              </a:ext>
            </a:extLst>
          </p:cNvPr>
          <p:cNvSpPr txBox="1"/>
          <p:nvPr/>
        </p:nvSpPr>
        <p:spPr>
          <a:xfrm>
            <a:off x="6072181" y="771525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36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7145D0-D8DD-6A9E-3152-55F2256FBB53}"/>
              </a:ext>
            </a:extLst>
          </p:cNvPr>
          <p:cNvSpPr txBox="1"/>
          <p:nvPr/>
        </p:nvSpPr>
        <p:spPr>
          <a:xfrm>
            <a:off x="4566046" y="2181225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2E91B0-A038-91BB-90EC-5DEBAC928134}"/>
              </a:ext>
            </a:extLst>
          </p:cNvPr>
          <p:cNvSpPr txBox="1"/>
          <p:nvPr/>
        </p:nvSpPr>
        <p:spPr>
          <a:xfrm>
            <a:off x="7496756" y="2181225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50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DEC997-E450-D7CE-157C-479883E16052}"/>
              </a:ext>
            </a:extLst>
          </p:cNvPr>
          <p:cNvSpPr txBox="1"/>
          <p:nvPr/>
        </p:nvSpPr>
        <p:spPr>
          <a:xfrm>
            <a:off x="3704034" y="33861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BB435B9-503B-610D-78F4-913018422015}"/>
              </a:ext>
            </a:extLst>
          </p:cNvPr>
          <p:cNvSpPr txBox="1"/>
          <p:nvPr/>
        </p:nvSpPr>
        <p:spPr>
          <a:xfrm>
            <a:off x="5117297" y="3429000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5CE2C6-C3DD-6C1F-FB36-AAD58DA962FE}"/>
              </a:ext>
            </a:extLst>
          </p:cNvPr>
          <p:cNvSpPr txBox="1"/>
          <p:nvPr/>
        </p:nvSpPr>
        <p:spPr>
          <a:xfrm>
            <a:off x="3361727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DAC8D2-9A24-F758-5903-ABBE69C8227C}"/>
              </a:ext>
            </a:extLst>
          </p:cNvPr>
          <p:cNvSpPr txBox="1"/>
          <p:nvPr/>
        </p:nvSpPr>
        <p:spPr>
          <a:xfrm>
            <a:off x="4050504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F1BD3B-9BC1-29CC-84E9-01CEA0D58E93}"/>
              </a:ext>
            </a:extLst>
          </p:cNvPr>
          <p:cNvSpPr txBox="1"/>
          <p:nvPr/>
        </p:nvSpPr>
        <p:spPr>
          <a:xfrm>
            <a:off x="4736298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90AB72-7040-1CE0-D247-A177C4A14250}"/>
              </a:ext>
            </a:extLst>
          </p:cNvPr>
          <p:cNvSpPr txBox="1"/>
          <p:nvPr/>
        </p:nvSpPr>
        <p:spPr>
          <a:xfrm>
            <a:off x="5556639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35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2F473B-7F19-7705-C846-B54CDF4A2968}"/>
              </a:ext>
            </a:extLst>
          </p:cNvPr>
          <p:cNvSpPr txBox="1"/>
          <p:nvPr/>
        </p:nvSpPr>
        <p:spPr>
          <a:xfrm>
            <a:off x="6892515" y="33861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45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5A44927-CF30-F7A5-A7CD-D4F23A1DC6D1}"/>
              </a:ext>
            </a:extLst>
          </p:cNvPr>
          <p:cNvSpPr txBox="1"/>
          <p:nvPr/>
        </p:nvSpPr>
        <p:spPr>
          <a:xfrm>
            <a:off x="8305778" y="3429000"/>
            <a:ext cx="795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74FF10-5CE4-3C1F-9044-B5ED9DDEE05A}"/>
              </a:ext>
            </a:extLst>
          </p:cNvPr>
          <p:cNvSpPr txBox="1"/>
          <p:nvPr/>
        </p:nvSpPr>
        <p:spPr>
          <a:xfrm>
            <a:off x="6553191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40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9E55DD-D743-9A5C-F922-5ED604426103}"/>
              </a:ext>
            </a:extLst>
          </p:cNvPr>
          <p:cNvSpPr txBox="1"/>
          <p:nvPr/>
        </p:nvSpPr>
        <p:spPr>
          <a:xfrm>
            <a:off x="7238985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47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C83986-5D59-9BDE-12C7-ACC2A250DFE5}"/>
              </a:ext>
            </a:extLst>
          </p:cNvPr>
          <p:cNvSpPr txBox="1"/>
          <p:nvPr/>
        </p:nvSpPr>
        <p:spPr>
          <a:xfrm>
            <a:off x="7924779" y="4795837"/>
            <a:ext cx="515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99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30CF29A-11BE-0DF3-BF00-DD7B961CC524}"/>
              </a:ext>
            </a:extLst>
          </p:cNvPr>
          <p:cNvSpPr txBox="1"/>
          <p:nvPr/>
        </p:nvSpPr>
        <p:spPr>
          <a:xfrm>
            <a:off x="8745119" y="4795837"/>
            <a:ext cx="1056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1001</a:t>
            </a:r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156DB86-F825-E018-382B-5FFC82842A32}"/>
              </a:ext>
            </a:extLst>
          </p:cNvPr>
          <p:cNvCxnSpPr/>
          <p:nvPr/>
        </p:nvCxnSpPr>
        <p:spPr>
          <a:xfrm>
            <a:off x="3361727" y="4657725"/>
            <a:ext cx="342307" cy="728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A1DFAE6-C45A-7833-CF2C-A65B5F195D21}"/>
              </a:ext>
            </a:extLst>
          </p:cNvPr>
          <p:cNvCxnSpPr/>
          <p:nvPr/>
        </p:nvCxnSpPr>
        <p:spPr>
          <a:xfrm>
            <a:off x="4736298" y="4657725"/>
            <a:ext cx="380999" cy="757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375AFBA-08E0-75C6-AE14-0F117B973C34}"/>
              </a:ext>
            </a:extLst>
          </p:cNvPr>
          <p:cNvCxnSpPr/>
          <p:nvPr/>
        </p:nvCxnSpPr>
        <p:spPr>
          <a:xfrm>
            <a:off x="6553191" y="4657725"/>
            <a:ext cx="515542" cy="7286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3A5FC05-47D3-D7A2-666B-233179135411}"/>
              </a:ext>
            </a:extLst>
          </p:cNvPr>
          <p:cNvCxnSpPr/>
          <p:nvPr/>
        </p:nvCxnSpPr>
        <p:spPr>
          <a:xfrm>
            <a:off x="8012298" y="4657725"/>
            <a:ext cx="428023" cy="885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2F9E2CD-3C9F-AFF5-B934-CE24140986DC}"/>
              </a:ext>
            </a:extLst>
          </p:cNvPr>
          <p:cNvCxnSpPr/>
          <p:nvPr/>
        </p:nvCxnSpPr>
        <p:spPr>
          <a:xfrm>
            <a:off x="3704034" y="3114675"/>
            <a:ext cx="346470" cy="900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B733F06-A87D-6290-24E5-6C2E68C403A9}"/>
              </a:ext>
            </a:extLst>
          </p:cNvPr>
          <p:cNvCxnSpPr/>
          <p:nvPr/>
        </p:nvCxnSpPr>
        <p:spPr>
          <a:xfrm>
            <a:off x="6729413" y="3043238"/>
            <a:ext cx="678644" cy="971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6B3C62C-0F35-5949-8AE0-FB82D9DBDF55}"/>
              </a:ext>
            </a:extLst>
          </p:cNvPr>
          <p:cNvCxnSpPr/>
          <p:nvPr/>
        </p:nvCxnSpPr>
        <p:spPr>
          <a:xfrm>
            <a:off x="7408057" y="1957388"/>
            <a:ext cx="604241" cy="1028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墨迹 34">
                <a:extLst>
                  <a:ext uri="{FF2B5EF4-FFF2-40B4-BE49-F238E27FC236}">
                    <a16:creationId xmlns:a16="http://schemas.microsoft.com/office/drawing/2014/main" id="{6065ABC2-67F3-D22C-96BE-6FE82F49A3BB}"/>
                  </a:ext>
                </a:extLst>
              </p14:cNvPr>
              <p14:cNvContentPartPr/>
              <p14:nvPr/>
            </p14:nvContentPartPr>
            <p14:xfrm>
              <a:off x="5027130" y="3028410"/>
              <a:ext cx="818640" cy="1045080"/>
            </p14:xfrm>
          </p:contentPart>
        </mc:Choice>
        <mc:Fallback>
          <p:pic>
            <p:nvPicPr>
              <p:cNvPr id="35" name="墨迹 34">
                <a:extLst>
                  <a:ext uri="{FF2B5EF4-FFF2-40B4-BE49-F238E27FC236}">
                    <a16:creationId xmlns:a16="http://schemas.microsoft.com/office/drawing/2014/main" id="{6065ABC2-67F3-D22C-96BE-6FE82F49A3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21010" y="3022290"/>
                <a:ext cx="830880" cy="105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0661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 李</dc:creator>
  <cp:lastModifiedBy>翔 李</cp:lastModifiedBy>
  <cp:revision>1</cp:revision>
  <dcterms:created xsi:type="dcterms:W3CDTF">2026-01-20T14:06:19Z</dcterms:created>
  <dcterms:modified xsi:type="dcterms:W3CDTF">2026-01-20T14:06:48Z</dcterms:modified>
</cp:coreProperties>
</file>